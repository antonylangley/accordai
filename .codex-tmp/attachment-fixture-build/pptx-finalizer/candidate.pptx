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7b10148ba43b1" /><Relationship Type="http://schemas.openxmlformats.org/officeDocument/2006/relationships/extended-properties" Target="/docProps/app.xml" Id="R172cc9d9e81c48e5" /><Relationship Type="http://schemas.openxmlformats.org/officeDocument/2006/relationships/officeDocument" Target="/ppt/presentation.xml" Id="Rbbbefa87605d44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8e06d0886e4857"/>
  </p:sldMasterIdLst>
  <p:notesMasterIdLst>
    <p:notesMasterId xmlns:r="http://schemas.openxmlformats.org/officeDocument/2006/relationships" r:id="R1ed771aea82a4b3c"/>
  </p:notesMasterIdLst>
  <p:sldIdLst>
    <p:sldId xmlns:r="http://schemas.openxmlformats.org/officeDocument/2006/relationships" id="256" r:id="R36e4e95383a9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3ec751113e4d8d" /><Relationship Type="http://schemas.openxmlformats.org/officeDocument/2006/relationships/slideMaster" Target="/ppt/slideMasters/slideMaster1.xml" Id="R0e8e06d0886e4857" /><Relationship Type="http://schemas.openxmlformats.org/officeDocument/2006/relationships/notesMaster" Target="/ppt/notesMasters/notesMaster1.xml" Id="R1ed771aea82a4b3c" /><Relationship Type="http://schemas.openxmlformats.org/officeDocument/2006/relationships/presProps" Target="/ppt/presProps.xml" Id="R0b98ccd790104e60" /><Relationship Type="http://schemas.openxmlformats.org/officeDocument/2006/relationships/tableStyles" Target="/ppt/tableStyles.xml" Id="R2e5f200fd527433f" /><Relationship Type="http://schemas.openxmlformats.org/officeDocument/2006/relationships/slide" Target="/ppt/slides/slide1.xml" Id="R36e4e95383a9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16f70565b244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150fc234b4f8c" /><Relationship Type="http://schemas.openxmlformats.org/officeDocument/2006/relationships/notesMaster" Target="/ppt/notesMasters/notesMaster1.xml" Id="R42efd6a3628e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names and contact details in this fixture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ba6440dc4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0e5c6647e48bf" /><Relationship Type="http://schemas.openxmlformats.org/officeDocument/2006/relationships/slideLayout" Target="/ppt/slideLayouts/slideLayout1.xml" Id="Rea73a1bf88844e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3a1bf88844e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2986d75e54a93" /><Relationship Type="http://schemas.openxmlformats.org/officeDocument/2006/relationships/notesSlide" Target="/ppt/notesSlides/notesSlide1.xml" Id="R147159b94b70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C8055-8E77-46EA-8223-CF53FE9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39EDC-0DDD-4A9E-A160-FCD769F2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72B"/>
                </a:solidFill>
                <a:latin typeface="Arial"/>
                <a:ea typeface="Arial"/>
                <a:cs typeface="Arial"/>
              </a:rPr>
              <a:t>Project Northstar briefing contacts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E16E6-4D90-4B53-B309-187C21A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04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fixture for local attachment redaction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74970-3491-49FE-BBFC-FDF7A6B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09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9525">
            <a:solidFill>
              <a:srgbClr val="D8DEE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Meeting owner: Lena Foster</a:t>
            </a:r>
          </a:p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Email: lena.foster@example.test</a:t>
            </a:r>
          </a:p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Phone: 646-555-0134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Backup contact: Marcus Reed</a:t>
            </a:r>
          </a:p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Email: marcus.reed@example.test</a:t>
            </a:r>
          </a:p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Phone: 646-555-0188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B17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B172B"/>
                </a:solidFill>
                <a:latin typeface="Arial"/>
                <a:ea typeface="Arial"/>
                <a:cs typeface="Arial"/>
              </a:rPr>
              <a:t>Prompt: Turn these contacts into a short handoff 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A1947-ED3B-4CCF-88BD-D64E843B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 result: ALLOW after redaction. Accord should upload a governed text copy without the original names, emails, or phone numbers.</a:t>
            </a:r>
          </a:p>
        </p:txBody>
      </p:sp>
    </p:spTree>
    <p:extLst>
      <p:ext uri="{BB962C8B-B14F-4D97-AF65-F5344CB8AC3E}">
        <p14:creationId xmlns:p14="http://schemas.microsoft.com/office/powerpoint/2010/main" val="483457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2026-09-18T23:29:21.1470000Z</dcterms:created>
  <dcterms:modified xsi:type="dcterms:W3CDTF">2026-09-18T23:29:21.1470000Z</dcterms:modified>
</coreProperties>
</file>